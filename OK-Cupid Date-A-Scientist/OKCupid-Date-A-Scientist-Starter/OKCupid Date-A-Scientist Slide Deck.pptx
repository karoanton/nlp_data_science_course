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37FB9-56C2-848E-8D3E-31D9F4190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0E4F3-A59F-50B8-ABAA-5FB415475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CCFA-EB8D-C0C8-A1B5-2F1F5100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07932-AF8E-4692-D7F8-8478B6897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74E14-E650-A0F3-61C3-CEE1636F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202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0840-8FC6-7F3C-2B15-39E77B93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05DD-47C9-9916-0800-52219C652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901CB-A311-F7DF-BFBD-75C140DB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99F9-37F6-BF17-579F-0AD7DB06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EEF28-83FD-0FDD-856A-EBA79123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348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FC26-0A63-87CB-ED3C-FE2A21721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E7D42-EBFD-97A4-DCFA-0F15197C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FAB84-B03C-FE5B-45F8-52A037B5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6C1AD-D930-D183-DB77-59D0194C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2EC96-E2C2-F9BF-C044-D070A9B9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226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8137-F378-F570-231B-2DC6FF52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AC58-7366-6E2E-87F2-27CDB82E4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050DC-3BE1-5630-8F26-6841AC7AA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7DAEF-E6D6-AE0C-DDA4-8488377D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F60F7-A0C7-96C7-0714-04FFAFBC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65613-5A99-A8F1-6812-F1474D35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728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832E-4AA6-4144-7B7D-B0549783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4B847-012D-92D9-C7AE-E110B1483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CBB05-08B7-3D8C-A973-13E4D992B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88092-9272-456B-D17C-40E20EA38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AE9BF-D19A-E1A0-4468-93A8C3C6A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DAAC2-7264-6991-AE8E-7FA15063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84EF42-9630-6140-EF83-E0300396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3984E-B259-1611-7492-C2FC88423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25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06F4-2411-10EA-8739-8DB471DB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6ED4B-41D0-67A7-6835-7917546D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E20E4-3A2C-62FB-898B-C1D36D53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90CDC-7321-6A9E-F7DB-9185E587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880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70BE0-CF14-F75B-F5F6-BC5E8C51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354F6-D9A0-938C-9C78-2CDD885E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CBF06-C0AF-64E1-B549-457DE9F0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175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19FB-7A2E-12A2-E18C-7192DE5D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D999A-FA8E-2202-D777-C37621BD8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E7E31-77A3-1665-13C6-DEC079996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DC6ED-01BA-30F8-7DF4-031A3D9A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32D4E-24DC-DDD5-4E05-1F0031F2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098B6-C14D-13DA-09B8-C94C9E30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7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DD93-979C-CA42-2C29-EFA4ED18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4A36FD-C087-C9C0-F6BA-3AA03EE09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52EB4-8150-7C01-0E79-72D2A58D2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C12E8-D328-FECB-601D-F3CEE399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5C2A-C6ED-1057-FDFE-93F87279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4E997-3CF2-19CF-9303-0C0CFA8A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075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91F9-5C9F-D052-F4B1-2ACB3345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3AAC9-DE31-5647-18E8-6EF7EB7E9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A1D8-325B-B089-C6EB-263A5142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8BB47-E8F3-4929-9128-D9544231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58F2B-AD89-BC9E-67E7-A6C92FC1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194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60B39-7B48-0014-EDB5-06C6A0522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CA4AB-D30B-5764-3759-DBB7F49F3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D7C99-2FFC-F2F4-AAB3-FEA579E3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8EDB3-658C-1BC6-2BEB-0E4A1E1F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0E4C7-0E0C-9121-E8D7-A41F112F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5828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DC9F7-F832-83F3-C011-5B8F124F8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40B8A-212A-1E62-B7AC-33EE4E87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D1CE6-1206-0D53-365F-F89420FBD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94EF4-D953-4E85-923D-22480D79DEEC}" type="datetimeFigureOut">
              <a:rPr lang="en-CA" smtClean="0"/>
              <a:t>2025-06-19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7F86A-37FE-BB1B-8C8A-399217DF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960D4-F1D7-80F6-5A14-6F0E6FABD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C59FD-D769-4DF1-B189-EA3199024F9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641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CFD01-D34A-EF29-B38C-015058FA14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/>
              <a:t>OKCupid</a:t>
            </a:r>
            <a:r>
              <a:rPr lang="en-CA" dirty="0"/>
              <a:t> Date-A-Scientist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A1355-8E2C-5CDD-6C33-FF51BA0E6F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Karoline Antonsen</a:t>
            </a:r>
          </a:p>
        </p:txBody>
      </p:sp>
    </p:spTree>
    <p:extLst>
      <p:ext uri="{BB962C8B-B14F-4D97-AF65-F5344CB8AC3E}">
        <p14:creationId xmlns:p14="http://schemas.microsoft.com/office/powerpoint/2010/main" val="109494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29DB-3CAA-3A60-E315-93785D99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BF868-8499-B5C4-E480-B16F636B1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343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CA7A-BAC2-18A2-3482-BF94DBF0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9B05B-5D26-306E-B1CD-323EBDF8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16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1B8B-781E-038E-D232-FB7418C95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EE43-0EBF-DC49-CA46-8FB2BA309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51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06F75-ECE1-70E8-DF51-65A357EC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6B165-F6C6-FA4A-152A-9510688CF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131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D7EB-C4D8-1B05-45D7-86FE00AC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a decision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90FC6-D40F-EFC6-CE67-51882C7F4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738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C07A-D180-63FF-F7B7-E554A045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Inspecting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318D7-BBD8-CBC9-AB1A-22919AA35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980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525-0BD1-5564-5F16-22E42D21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Preprocessing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D0AE-CD11-01DD-D638-B2D34DBA8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56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FDEE-5A39-AA20-E8E5-F045B343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7DA6A-B044-F167-BDA3-7729358A0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444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24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OKCupid Date-A-Scientist</vt:lpstr>
      <vt:lpstr>Table of Contents</vt:lpstr>
      <vt:lpstr>The dataset</vt:lpstr>
      <vt:lpstr>Machine Learning</vt:lpstr>
      <vt:lpstr>The Problem</vt:lpstr>
      <vt:lpstr>Why a decision tree?</vt:lpstr>
      <vt:lpstr>Inspecting the dataset</vt:lpstr>
      <vt:lpstr>Preprocessing the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Karoline Antonsen</dc:creator>
  <cp:lastModifiedBy>Karoline Antonsen</cp:lastModifiedBy>
  <cp:revision>1</cp:revision>
  <dcterms:created xsi:type="dcterms:W3CDTF">2025-06-19T12:53:31Z</dcterms:created>
  <dcterms:modified xsi:type="dcterms:W3CDTF">2025-06-19T14:07:18Z</dcterms:modified>
</cp:coreProperties>
</file>